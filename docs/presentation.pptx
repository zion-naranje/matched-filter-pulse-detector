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Matched-Filter Chirp Ranging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with CFAR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FDDEE"/>
                </a:solidFill>
                <a:latin typeface="Calibri"/>
              </a:rPr>
              <a:t>Finding echoes in noise by pattern matching, in simulation and live on a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Student name: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[Student name]</a:t>
            </a:r>
            <a:r>
              <a:rPr sz="1800" b="0">
                <a:solidFill>
                  <a:srgbClr val="FFFFFF"/>
                </a:solidFill>
                <a:latin typeface="Calibri"/>
              </a:rPr>
              <a:t>     Roll no: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[Roll no]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Guide name: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[Guide name]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Department: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[Department]</a:t>
            </a:r>
            <a:r>
              <a:rPr sz="1800" b="0">
                <a:solidFill>
                  <a:srgbClr val="FFFFFF"/>
                </a:solidFill>
                <a:latin typeface="Calibri"/>
              </a:rPr>
              <a:t>     Institute: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[Institute]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Academic year: </a:t>
            </a:r>
            <a:r>
              <a:rPr sz="1800" b="0">
                <a:solidFill>
                  <a:srgbClr val="000000"/>
                </a:solidFill>
                <a:latin typeface="Calibri"/>
                <a:highlight>
                  <a:srgbClr val="FFFF00"/>
                </a:highlight>
              </a:rPr>
              <a:t>[Academic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Distance from an echo: R = c·t / 2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Long chirp = lots of energy; matched filter squeezes it into a peak ≈ 1/B wide [7]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Range resolution c/(2B) = 2.14 cm for B = 8 kHz; SNR gain ≈ 26.8 dB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Problem 1: sidelobes (−13 dB) hide weak targets [1], [2]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Problem 2: a fixed threshold gives false alarms → CFAR [3], [4]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Calibri"/>
              </a:rPr>
              <a:t>•  One laptop: speaker + mic only cm apart, so targets &lt; 10–20 cm merge with the direct sound</a:t>
            </a:r>
          </a:p>
        </p:txBody>
      </p:sp>
      <p:pic>
        <p:nvPicPr>
          <p:cNvPr id="6" name="Picture 5" descr="fig0_pulse_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3145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120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Before (top): echoes invisible at −6 dB SNR. After the matched filter (bottom): clear peaks.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  Comparative Study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188720"/>
                <a:gridCol w="4572000"/>
              </a:tblGrid>
              <a:tr h="528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Takeaway for this project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Azouz et al., enhanced matched filter, Sensors [1] (base)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Shape the receive filter to cut LFM sidelobes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Tan &amp; Wang, two-step windowing [2] (abstract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Sidelobes vs SNR trade-off; not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SonicPACT ultrasonic ranging [5]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2020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Acoustic ranging on commodity devices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Pyroomacoustics [11]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Room simulation cross-check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Weinberg, sliding-window detectors [4]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CA / OS CFAR family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Richards [7], Richards et al. [8], Skolnik 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2008–14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Formulas: resolution, gain,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Rohling, CFAR in clutter [3]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1983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CA-CFAR baseline, multiple targets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Allen &amp; Berkley, image method 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1979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Room echo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Base paper first, then latest to oldest. Summaries are title/abstract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 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Build an LFM chirp generator and FFT matched filter from scratch in NumPy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Convert delay to range (R = c·t/2); report resolution c/(2B) and unambiguous range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Control sidelobes with rectangular / Hamming / Taylor windows; measure PSLR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Implement CA-CFAR and OS-CFAR with threshold set by a false-alarm probability; test two close targets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Measure Pd, false alarms and range error vs SNR by Monte Carlo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Interactive Streamlit app: Simulation and Live one-device mode on the same code</a:t>
            </a:r>
          </a:p>
          <a:p>
            <a:pPr>
              <a:spcAft>
                <a:spcPts val="600"/>
              </a:spcAft>
            </a:pPr>
            <a:r>
              <a:rPr sz="2200" b="0">
                <a:latin typeface="Calibri"/>
              </a:rPr>
              <a:t>•  Optional: estimate room length and breadth, with honest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fi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498079" cy="3095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188720"/>
            <a:ext cx="3840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Chirp: f0 → f0+B in T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Matched filter: IFFT(FFT(rx)·conj(FFT(ref)))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Window on the replica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CFAR: threshold = α · noise level of training cells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CA: mean, α = N(Pfa^(−1/N) − 1) [3]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OS: k-th smallest, k = 0.75 N [3], [4]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•  Live: direct sound = zero distance → latency cancels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  Work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Tools: Python, NumPy [12], SciPy (Taylor window only) [13], Matplotlib [14], Streamlit [15], sounddevice [16], pytest [17]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src/: chirp, matched filter, windows, CA/OS-CFAR, metrics, audio I/O, room estimation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32 pytest tests, all passing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experiments/: one script per figure and table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 Fallback to simulation if no audio device</a:t>
            </a:r>
          </a:p>
        </p:txBody>
      </p:sp>
      <p:pic>
        <p:nvPicPr>
          <p:cNvPr id="6" name="Picture 5" descr="ap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482138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fig3_pd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023360" cy="2392732"/>
          </a:xfrm>
          <a:prstGeom prst="rect">
            <a:avLst/>
          </a:prstGeom>
        </p:spPr>
      </p:pic>
      <p:pic>
        <p:nvPicPr>
          <p:cNvPr id="6" name="Picture 5" descr="fig5_mas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1560"/>
            <a:ext cx="7223760" cy="2599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93192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PSLR: rectangular -13.4 dB, Hamming -38.3, Taylor -36.6; main lobe 1.86 → 2.65 cm (Taylor), SNR loss 1.14 dB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Pd at −10 dB input SNR: CA 0.938, OS 0.892; measured Pfa 1.6e-04 / 1.6e-04 vs design 1e-4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Range error std 2.2 mm at −10 dB (one cell = 21.4 mm)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Masking (2 close targets): weak target found CA 0.00 vs OS 0.98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Room size (simulation): 79/100 random rooms within 5 cm at 50 dB; 0/36 at 20 dB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alibri"/>
              </a:rPr>
              <a:t>•  Live run and real-room check: NOT done (no audio device here) – placeholders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[1] M. Azouz, M. Abosekeen, M. Nassar and A. Hanafy, "Design and Implementation of an Enhanced Matched Filter for Sidelobe Reduction of Pulsed Linear Frequency Modulation Radar", Sensors, vol. 21, no. 11, art. 3835, 2021, doi:10.3390/s21113835 (open access).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[2] Y. Tan and Z. Wang, "Two-step windowing for both sidelobe suppression and SNR maximization of radar range profiles", Signal, Image and Video Processing, vol. 19, no. 2, 2025, doi:10.1007/s11760-024-03748-3 (paywalled; only the abstract was checked).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[3] H. Rohling, "Radar CFAR Thresholding in Clutter and Multiple Target Situations", IEEE Trans. Aerospace and Electronic Systems, vol. AES-19, no. 4, pp. 608-621, 1983.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[4] G. V. Weinberg, "An Introduction to Radar Sliding Window Detectors", arXiv:1709.09786, 2017.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[5] Meklenburg et al., "SonicPACT: An Ultrasonic Ranging Method for the PACT Protocol", arXiv:2012.04770, 2020.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[6] J. B. Allen and D. A. Berkley, "Image method for efficiently simulating small-room acoustics", J. Acoust. Soc. Am., vol. 65, no. 4, pp. 943-950, 1979, doi:10.1121/1.382599.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[7] M. A. Richards, Fundamentals of Radar Signal Processing, 2nd ed., McGraw-Hill, 2014.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Calibri"/>
              </a:rPr>
              <a:t>[10] TU Berlin, "Matched Filter and Pulse Compression", chapter of the Scientific Python course, platform.commit.tu-berlin.de/en/book/sci-python/chapter/ch25/section/s01.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Full list of 19 references in the report. [2] cited from its abstract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