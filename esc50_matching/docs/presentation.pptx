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Template Matching of Environmental Sounds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using Normalised Cross-Correlation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CFDDEE"/>
                </a:solidFill>
                <a:latin typeface="Calibri"/>
              </a:rPr>
              <a:t>Finding where a known sound occurs in a longer recording (ESC-50)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Student name: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[Student name]</a:t>
            </a:r>
            <a:r>
              <a:rPr sz="1800" b="0">
                <a:solidFill>
                  <a:srgbClr val="FFFFFF"/>
                </a:solidFill>
                <a:latin typeface="Calibri"/>
              </a:rPr>
              <a:t>     Roll no: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[Roll no]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Guide name: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[Guide name]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Department: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[Department]</a:t>
            </a:r>
            <a:r>
              <a:rPr sz="1800" b="0">
                <a:solidFill>
                  <a:srgbClr val="FFFFFF"/>
                </a:solidFill>
                <a:latin typeface="Calibri"/>
              </a:rPr>
              <a:t>     Institute: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[Institute]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Academic year: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[Academic 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1051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3230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3230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Comparative Study of 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54096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5409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7588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67588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Methodology (Flow Chart)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Work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1947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91947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4126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54126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References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Template matching of environmental sounds with normalised cross-correlation (ESC-50)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Comparative Study of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1188720"/>
                <a:gridCol w="429768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Takeaway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BASE PAPER: Tutul, Buchem, Pinkwart, cross-correlation vs CNN sound detection (arXiv preprint) [1]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Normalised cross-correlation + fixed threshold detects a stored sound, no training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Learning to detect an animal sound from five examples, Ecol. Informatics [2]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Few-shot detection; template matching is the traditional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Few-shot bioacoustic event detection, DCASE 2022 [3]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2022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Challenge overview; detecting a sound from few examples is still open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Gong, Chung, Glass, AST: Audio Spectrogram Transformer, Interspeech [4]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Learned classifier on spectrograms; reports 95.6 % on ESC-50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Kong et al., PANNs, IEEE/ACM TASLP [5]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2020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Pretrained audio networks transfer to other tasks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Base paper: arXiv:2607.16299 (July 2026, open-access preprint), checked against its listing; summarised from the abstract only. All papers 2020 or later, latest to oldest.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297680" cy="4937760"/>
          </a:xfrm>
          <a:prstGeom prst="rect">
            <a:avLst/>
          </a:prstGeom>
          <a:solidFill>
            <a:srgbClr val="EEF3F8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Background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Template matching = slide a known sound along a recording and score every position (NCC [1], [2])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Test data: ESC-50 [6], [7] clips joined with 1 s silences, so true positions are known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CC BY-NC 3.0 [8]; 5 classes, 16 kHz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Load ESC-50, convert to mono 16 kHz, normalise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Join clips with 1 s silences; record exact spans as ground truth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FFT-based normalised cross-correlation in NumPy; threshold + non-maximum suppression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Detection correct if its centre lies inside a true clip; precision, recall, F1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with a threshold slider and plots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Experiment: P/R/F1 vs threshold, 5 classes, 30 recordings each; best threshold per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 (Flow Chart)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670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score[k] = sum x[k+n]·t[n] / ( sqrt(sum x[k+n]²) · sqrt(sum t²) )   (numerator by FFT, window energy by running sum)</a:t>
            </a:r>
          </a:p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Two test conditions: other clips of the class  |  the template itself (gain 0.5–1.5, 20 dB noise)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Work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NumPy [10] for all matching; SciPy [11] only for WAV reading and resampling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Data from your ESC-50 zip, a folder, or single-file GitHub download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[13]; Matplotlib [12]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pytest [14]: 6 tests, all pass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Chance baseline added to judge the results honestly</a:t>
            </a:r>
          </a:p>
        </p:txBody>
      </p:sp>
      <p:pic>
        <p:nvPicPr>
          <p:cNvPr id="6" name="Picture 5" descr="app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253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fig_prf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2632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840480"/>
            <a:ext cx="11430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Same sound repeated (gain 0.5–1.5, 20 dB noise): F1 = dog 1.00, rooster 1.00, rain 1.00, siren 1.00, door_wood_knock 1.00 (no false detections)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Other clips of the class (figure): best F1 dog 0.40 (chance 0.23), rooster 0.41 (chance 0.34), rain 0.21 (chance 0.21), siren 0.49 (chance 0.47), door_wood_knock 0.68 (chance 0.33)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Only dog and door_wood_knock clearly beat chance; rain and siren are at chance level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Best thresholds are very low (0.02–0.14): raw-waveform NCC does not generalise across different recordings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[1] R. Tutul, I. Buchem and N. Pinkwart, "Algorithmic Accuracy as a Motivational Driver in Robot-Mediated Learning: A Comparative Study of Cross-Correlation and CNN-Based Sound Detection in an Interactive Quiz Game", arXiv:2607.16299, July 2026 (open-access preprint; BASE PAPER).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[2] I. Nolasco, S. Singh, V. Morfi, V. Lostanlen, A. Strandburg-Peshkin, E. Vidana-Vila, L. Gill, H. Pamula, H. Whitehead, I. Kiskin, F. H. Jensen, J. Morford, M. G. Emmerson, E. Versace, E. Grout, H. Liu, B. Ghani and D. Stowell, "Learning to detect an animal sound from five examples", Ecological Informatics, vol. 77, art. 102258, 2023, doi:10.1016/j.ecoinf.2023.102258 (also arXiv:2305.13210).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[3] I. Nolasco et al., "Few-shot bioacoustic event detection at the DCASE 2022 challenge", arXiv preprint, July 2022.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[4] Y. Gong, Y.-A. Chung and J. Glass, "AST: Audio Spectrogram Transformer", Proc. Interspeech, 2021, arXiv:2104.01778.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[5] Q. Kong, Y. Cao, T. Iqbal, Y. Wang, W. Wang and M. D. Plumbley, "PANNs: Large-Scale Pretrained Audio Neural Networks for Audio Pattern Recognition", IEEE/ACM Trans. Audio, Speech, and Language Processing, vol. 28, pp. 2880-2894, 2020, doi:10.1109/TASLP.2020.3030497.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[6] K. J. Piczak, "ESC: Dataset for Environmental Sound Classification", Proc. 23rd ACM International Conference on Multimedia (ACM Multimedia), 2015 (cited only as the source of the dataset).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[7] K. J. Piczak, ESC-50: Dataset for Environmental Sound Classification (2,000 clips, 50 classes), github.com/karolpiczak/ESC-50.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[8] Creative Commons Attribution-NonCommercial 3.0 licence (CC BY-NC 3.0), creativecommons.org/licenses/by-nc/3.0/.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Full list of 17 references in the report. [1] is the base paper; [6] is cited only as the dataset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